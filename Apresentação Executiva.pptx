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42328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85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15811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18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1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31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67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2159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499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105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345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A463DC9-4824-4951-B761-FA57E0932383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A3554E3-9C12-445B-8DA9-66025FDA868C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915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49764-EFFC-0B87-E3D5-260B213CA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3720" y="1707507"/>
            <a:ext cx="8764553" cy="1955923"/>
          </a:xfrm>
        </p:spPr>
        <p:txBody>
          <a:bodyPr/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Sistema Inteligente de Monitoramento de Pontes com IA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D4B7AC9-FB04-56BD-C2A6-DD4CDAAC9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73" y="3993596"/>
            <a:ext cx="10211849" cy="1156897"/>
          </a:xfrm>
        </p:spPr>
        <p:txBody>
          <a:bodyPr>
            <a:no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Aluno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Paulo Yuri Pugliezi de Carvalho</a:t>
            </a:r>
          </a:p>
          <a:p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: 188140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Disciplina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Engenharia de Prompt, a Mentalidade de IA e o Conhecimento Digital</a:t>
            </a:r>
          </a:p>
        </p:txBody>
      </p:sp>
    </p:spTree>
    <p:extLst>
      <p:ext uri="{BB962C8B-B14F-4D97-AF65-F5344CB8AC3E}">
        <p14:creationId xmlns:p14="http://schemas.microsoft.com/office/powerpoint/2010/main" val="32370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FAA80-0B59-E244-3007-44566409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779106"/>
            <a:ext cx="10254343" cy="1338943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Por que este projeto é importante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48BDFC-411C-6F3A-BA81-80E8E63A4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3107093"/>
            <a:ext cx="10254343" cy="206206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As pontes monitoradas hoje passam por inspeções manuais e demoradas e o objetivo é melhorar isso usando IA para analisar os dados automaticamente e avisar quando surgir algum problema.</a:t>
            </a:r>
          </a:p>
        </p:txBody>
      </p:sp>
    </p:spTree>
    <p:extLst>
      <p:ext uri="{BB962C8B-B14F-4D97-AF65-F5344CB8AC3E}">
        <p14:creationId xmlns:p14="http://schemas.microsoft.com/office/powerpoint/2010/main" val="370254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4AD8F-7DD7-E43D-97E5-D9EB42A4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Situação Atual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DA23C8-2DB2-B040-F4FE-F697781AD7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3061039"/>
            <a:ext cx="1002870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Muitos dados são coletados, mas analisados só depois de semanas.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Relatórios longos e feitos manualmente.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Falta integração entre sensores, BIM e ferramentas de engenharia.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Equipe com pouca experiência em IA.</a:t>
            </a:r>
          </a:p>
        </p:txBody>
      </p:sp>
    </p:spTree>
    <p:extLst>
      <p:ext uri="{BB962C8B-B14F-4D97-AF65-F5344CB8AC3E}">
        <p14:creationId xmlns:p14="http://schemas.microsoft.com/office/powerpoint/2010/main" val="354737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B5DC3-AE2C-3448-EA61-C1120D71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O Desafio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D4DC7A-0D17-17F9-71B8-7C9DA52F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584579"/>
            <a:ext cx="9601200" cy="3023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Criar um sistema que: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Analise os dados das pontes em poucos minutos;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Identifique comportamentos fora do normal;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Gere relatórios claros;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Funcione junto com as ferramentas que a empresa já usa.</a:t>
            </a: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3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177FB-5182-1426-BE87-390B8331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51115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O que o sistema precisa fazer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E02ACA-93E4-2F65-0A22-F439D4469F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03004" y="3070369"/>
            <a:ext cx="79383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Ler e organizar dados dos sensores.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Detectar vibrações, deformações e outras anomalias.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Classificar o nível de risco.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Mostrar tudo de forma simples para os engenheiros.</a:t>
            </a:r>
          </a:p>
        </p:txBody>
      </p:sp>
    </p:spTree>
    <p:extLst>
      <p:ext uri="{BB962C8B-B14F-4D97-AF65-F5344CB8AC3E}">
        <p14:creationId xmlns:p14="http://schemas.microsoft.com/office/powerpoint/2010/main" val="1738941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2C573-ADD3-DDAA-D1EB-BF0099C7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51115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Arquitetura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BC7CD1-876D-6119-529E-BD04C63BC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3401008"/>
            <a:ext cx="9601200" cy="1485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O fluxo funciona assim:</a:t>
            </a:r>
          </a:p>
          <a:p>
            <a:pPr marL="0" indent="0">
              <a:buNone/>
            </a:pP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Sensores → IA → Banco de Dados → BIM/Dashboard → Relatórios</a:t>
            </a:r>
          </a:p>
        </p:txBody>
      </p:sp>
    </p:spTree>
    <p:extLst>
      <p:ext uri="{BB962C8B-B14F-4D97-AF65-F5344CB8AC3E}">
        <p14:creationId xmlns:p14="http://schemas.microsoft.com/office/powerpoint/2010/main" val="111927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22C98-66D3-F8B4-772C-6C88D692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51114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Coleta e Processamento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C897A6-C499-2BC8-FC8D-BD3FBEB979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3322648"/>
            <a:ext cx="818987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84048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Aproveitamos os sensores já instalados.</a:t>
            </a:r>
          </a:p>
          <a:p>
            <a:pPr indent="384048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dados passam por limpeza e padronização.</a:t>
            </a:r>
          </a:p>
          <a:p>
            <a:pPr indent="384048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Tudo fica registrado para histórico e análises futuras.</a:t>
            </a:r>
          </a:p>
        </p:txBody>
      </p:sp>
    </p:spTree>
    <p:extLst>
      <p:ext uri="{BB962C8B-B14F-4D97-AF65-F5344CB8AC3E}">
        <p14:creationId xmlns:p14="http://schemas.microsoft.com/office/powerpoint/2010/main" val="176284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C9140-73C5-EFF0-AEC0-D9A302E8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DE4C8-5D7E-2090-2A07-D481AAA5B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895601"/>
            <a:ext cx="9601200" cy="3085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 IA analisa o comportamento da ponte e procura: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Vibrações anormais.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Deformações exageradas.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Mudanças de padrão que indiquem risco.</a:t>
            </a:r>
          </a:p>
          <a:p>
            <a:pPr marL="0" indent="0"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Ela também explica o motivo da anomalia e sugere ações.</a:t>
            </a:r>
          </a:p>
          <a:p>
            <a:pPr marL="0" indent="0">
              <a:buNone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968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725BA-2C12-4143-4D3C-6A9F4925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25760"/>
            <a:ext cx="9601200" cy="1012371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Visualização no BIM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9E7801-BB0C-EF48-EC1B-7DBDF4CDA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075992"/>
            <a:ext cx="9601200" cy="2643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Quando algo anormal é detectado: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ponto afetado aparece destacado no modelo 3D (isso facilita muito a localização do problema).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Ajuda a equipe a decidir o que fazer.</a:t>
            </a:r>
          </a:p>
          <a:p>
            <a:pPr marL="0" indent="0">
              <a:buNone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7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9D57-5FF5-B788-1636-D20F8871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Prompts Usados no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816162-FF52-DA6D-7252-71C54C10F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967135"/>
            <a:ext cx="9601200" cy="29764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Utilizamos quatro tipos principais: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Zero-shot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(respostas diretas)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Few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-shot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(manter padrão nos alertas)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Chain-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thought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(explicar o raciocínio)</a:t>
            </a:r>
          </a:p>
          <a:p>
            <a:pPr indent="384048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Prompts para BIM e Relatórios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45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8EA57-C3A2-C01B-9CC0-1B40EB05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0010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Exemplos Simples de Prompts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33D06C-3CF1-44ED-CAAC-4E8056A27D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2945622"/>
            <a:ext cx="7359707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“Identifique anomalias e classifique a criticidade.”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“Siga o formato de alerta dos exemplos.”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“Localize o sensor X no IFC e destaque.”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“Gere relatório técnico completo.”</a:t>
            </a:r>
          </a:p>
        </p:txBody>
      </p:sp>
    </p:spTree>
    <p:extLst>
      <p:ext uri="{BB962C8B-B14F-4D97-AF65-F5344CB8AC3E}">
        <p14:creationId xmlns:p14="http://schemas.microsoft.com/office/powerpoint/2010/main" val="346604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9B2AA-853A-B88B-4BEA-4DF25252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21094"/>
            <a:ext cx="9601200" cy="1068355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Agentes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C4FC53-9343-0AB0-711C-12238B6D3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883159"/>
            <a:ext cx="9601200" cy="3153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Criamos três agentes principais:</a:t>
            </a:r>
          </a:p>
          <a:p>
            <a:pPr indent="384048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Análise Estrutural</a:t>
            </a:r>
          </a:p>
          <a:p>
            <a:pPr indent="384048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Integração BIM</a:t>
            </a:r>
          </a:p>
          <a:p>
            <a:pPr indent="384048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Relatórios</a:t>
            </a: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Eles trabalham em sequência, automatizando quase tudo.</a:t>
            </a: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287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8A227-3789-EF97-79D5-BFC03AD88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56388"/>
            <a:ext cx="9601200" cy="1133669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Automação (Workflows)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BBA9A6-BDDD-FC40-AF0F-8BFE4606E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125755"/>
            <a:ext cx="9601200" cy="2509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O sistema roda sozinho:</a:t>
            </a:r>
          </a:p>
          <a:p>
            <a:pPr indent="384048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análise diária dos sensores;</a:t>
            </a:r>
          </a:p>
          <a:p>
            <a:pPr indent="384048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relatório semanal automático;</a:t>
            </a:r>
          </a:p>
          <a:p>
            <a:pPr indent="384048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atualização do modelo BIM quando necessário.</a:t>
            </a: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14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D83AC-FED5-55FD-AFA9-2E0F312A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28396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Benefícios Gerais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442339-0939-BA0E-6C74-2051277A55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2929128"/>
            <a:ext cx="701662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Monitoramento mais rápido e seguro.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Menos esforço manual.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Informações mais claras para a equipe.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Melhor tomada de decisão.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</a:rPr>
              <a:t>Redução de erros manuais.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434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A4C76-B38B-B594-4936-04AD8723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09734"/>
            <a:ext cx="9601200" cy="1189653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Encerramento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6C4416-12D7-CDF4-68F7-3C6D8BCB5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3629608"/>
            <a:ext cx="9601200" cy="1614196"/>
          </a:xfrm>
        </p:spPr>
        <p:txBody>
          <a:bodyPr>
            <a:norm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projeto mostra como a IA pode ajudar diretamente na segurança das pontes e no trabalho dos engenheiros.</a:t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É uma solução moderna, prática e fácil de evoluir no futuro.</a:t>
            </a:r>
          </a:p>
        </p:txBody>
      </p:sp>
    </p:spTree>
    <p:extLst>
      <p:ext uri="{BB962C8B-B14F-4D97-AF65-F5344CB8AC3E}">
        <p14:creationId xmlns:p14="http://schemas.microsoft.com/office/powerpoint/2010/main" val="1423400857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Override1.xml><?xml version="1.0" encoding="utf-8"?>
<a:themeOverride xmlns:a="http://schemas.openxmlformats.org/drawingml/2006/main">
  <a:clrScheme name="Cortar">
    <a:dk1>
      <a:sysClr val="windowText" lastClr="000000"/>
    </a:dk1>
    <a:lt1>
      <a:sysClr val="window" lastClr="FFFFFF"/>
    </a:lt1>
    <a:dk2>
      <a:srgbClr val="191B0E"/>
    </a:dk2>
    <a:lt2>
      <a:srgbClr val="EFEDE3"/>
    </a:lt2>
    <a:accent1>
      <a:srgbClr val="8C8D86"/>
    </a:accent1>
    <a:accent2>
      <a:srgbClr val="E6C069"/>
    </a:accent2>
    <a:accent3>
      <a:srgbClr val="897B61"/>
    </a:accent3>
    <a:accent4>
      <a:srgbClr val="8DAB8E"/>
    </a:accent4>
    <a:accent5>
      <a:srgbClr val="77A2BB"/>
    </a:accent5>
    <a:accent6>
      <a:srgbClr val="E28394"/>
    </a:accent6>
    <a:hlink>
      <a:srgbClr val="77A2BB"/>
    </a:hlink>
    <a:folHlink>
      <a:srgbClr val="957A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478</Words>
  <Application>Microsoft Office PowerPoint</Application>
  <PresentationFormat>Widescreen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Franklin Gothic Book</vt:lpstr>
      <vt:lpstr>Cortar</vt:lpstr>
      <vt:lpstr>Sistema Inteligente de Monitoramento de Pontes com IA</vt:lpstr>
      <vt:lpstr>Por que este projeto é importante</vt:lpstr>
      <vt:lpstr>Situação Atual</vt:lpstr>
      <vt:lpstr>O Desafio</vt:lpstr>
      <vt:lpstr>O que o sistema precisa fazer</vt:lpstr>
      <vt:lpstr>Arquitetura do Sistema</vt:lpstr>
      <vt:lpstr>Coleta e Processamento</vt:lpstr>
      <vt:lpstr>Inteligência Artificial</vt:lpstr>
      <vt:lpstr>Visualização no BIM</vt:lpstr>
      <vt:lpstr>Prompts Usados no Sistema</vt:lpstr>
      <vt:lpstr>Exemplos Simples de Prompts</vt:lpstr>
      <vt:lpstr>Agentes do Sistema</vt:lpstr>
      <vt:lpstr>Automação (Workflows)</vt:lpstr>
      <vt:lpstr>Benefícios Gerais</vt:lpstr>
      <vt:lpstr>Encerramento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Yuri</dc:creator>
  <cp:lastModifiedBy>Paulo Yuri</cp:lastModifiedBy>
  <cp:revision>1</cp:revision>
  <dcterms:created xsi:type="dcterms:W3CDTF">2025-12-06T15:38:38Z</dcterms:created>
  <dcterms:modified xsi:type="dcterms:W3CDTF">2025-12-06T16:21:16Z</dcterms:modified>
</cp:coreProperties>
</file>